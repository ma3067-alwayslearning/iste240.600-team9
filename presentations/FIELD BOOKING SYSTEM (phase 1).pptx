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</p:sldIdLst>
  <p:sldSz cx="18288000" cy="10287000"/>
  <p:notesSz cx="6858000" cy="9144000"/>
  <p:embeddedFontLst>
    <p:embeddedFont>
      <p:font typeface="Lastica" charset="1" panose="02000500000000000000"/>
      <p:regular r:id="rId9"/>
    </p:embeddedFont>
    <p:embeddedFont>
      <p:font typeface="Poppins" charset="1" panose="00000500000000000000"/>
      <p:regular r:id="rId10"/>
    </p:embeddedFont>
    <p:embeddedFont>
      <p:font typeface="Poppins Bold" charset="1" panose="00000800000000000000"/>
      <p:regular r:id="rId1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fonts/font10.fntdata" Type="http://schemas.openxmlformats.org/officeDocument/2006/relationships/font"/><Relationship Id="rId11" Target="fonts/font11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fonts/font9.fntdata" Type="http://schemas.openxmlformats.org/officeDocument/2006/relationships/font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png" Type="http://schemas.openxmlformats.org/officeDocument/2006/relationships/image"/><Relationship Id="rId4" Target="../media/image8.svg" Type="http://schemas.openxmlformats.org/officeDocument/2006/relationships/image"/><Relationship Id="rId5" Target="../media/image9.png" Type="http://schemas.openxmlformats.org/officeDocument/2006/relationships/image"/><Relationship Id="rId6" Target="../media/image10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313" r="0" b="-9313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true" rot="0">
            <a:off x="11219740" y="3391711"/>
            <a:ext cx="7546070" cy="7543617"/>
          </a:xfrm>
          <a:custGeom>
            <a:avLst/>
            <a:gdLst/>
            <a:ahLst/>
            <a:cxnLst/>
            <a:rect r="r" b="b" t="t" l="l"/>
            <a:pathLst>
              <a:path h="7543617" w="7546070">
                <a:moveTo>
                  <a:pt x="7546071" y="7543617"/>
                </a:moveTo>
                <a:lnTo>
                  <a:pt x="0" y="7543617"/>
                </a:lnTo>
                <a:lnTo>
                  <a:pt x="0" y="0"/>
                </a:lnTo>
                <a:lnTo>
                  <a:pt x="7546071" y="0"/>
                </a:lnTo>
                <a:lnTo>
                  <a:pt x="7546071" y="7543617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307910" y="-209550"/>
            <a:ext cx="7546070" cy="7543617"/>
          </a:xfrm>
          <a:custGeom>
            <a:avLst/>
            <a:gdLst/>
            <a:ahLst/>
            <a:cxnLst/>
            <a:rect r="r" b="b" t="t" l="l"/>
            <a:pathLst>
              <a:path h="7543617" w="7546070">
                <a:moveTo>
                  <a:pt x="0" y="0"/>
                </a:moveTo>
                <a:lnTo>
                  <a:pt x="7546070" y="0"/>
                </a:lnTo>
                <a:lnTo>
                  <a:pt x="7546070" y="7543617"/>
                </a:lnTo>
                <a:lnTo>
                  <a:pt x="0" y="754361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398170" y="4002613"/>
            <a:ext cx="17461757" cy="14552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141"/>
              </a:lnSpc>
              <a:spcBef>
                <a:spcPct val="0"/>
              </a:spcBef>
            </a:pPr>
            <a:r>
              <a:rPr lang="en-US" sz="7958">
                <a:solidFill>
                  <a:srgbClr val="FFFFFF"/>
                </a:solidFill>
                <a:latin typeface="Lastica"/>
                <a:ea typeface="Lastica"/>
                <a:cs typeface="Lastica"/>
                <a:sym typeface="Lastica"/>
              </a:rPr>
              <a:t>FIELD BOOKING SYSTEM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4458830" y="5530222"/>
            <a:ext cx="9370339" cy="1365066"/>
            <a:chOff x="0" y="0"/>
            <a:chExt cx="2789686" cy="4064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789686" cy="406400"/>
            </a:xfrm>
            <a:custGeom>
              <a:avLst/>
              <a:gdLst/>
              <a:ahLst/>
              <a:cxnLst/>
              <a:rect r="r" b="b" t="t" l="l"/>
              <a:pathLst>
                <a:path h="406400" w="2789686">
                  <a:moveTo>
                    <a:pt x="2586486" y="0"/>
                  </a:moveTo>
                  <a:cubicBezTo>
                    <a:pt x="2698710" y="0"/>
                    <a:pt x="2789686" y="90976"/>
                    <a:pt x="2789686" y="203200"/>
                  </a:cubicBezTo>
                  <a:cubicBezTo>
                    <a:pt x="2789686" y="315424"/>
                    <a:pt x="2698710" y="406400"/>
                    <a:pt x="2586486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ln w="85725" cap="sq">
              <a:solidFill>
                <a:srgbClr val="FCC760"/>
              </a:solidFill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2789686" cy="463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0">
            <a:off x="16331832" y="1028700"/>
            <a:ext cx="927468" cy="231867"/>
          </a:xfrm>
          <a:custGeom>
            <a:avLst/>
            <a:gdLst/>
            <a:ahLst/>
            <a:cxnLst/>
            <a:rect r="r" b="b" t="t" l="l"/>
            <a:pathLst>
              <a:path h="231867" w="927468">
                <a:moveTo>
                  <a:pt x="0" y="0"/>
                </a:moveTo>
                <a:lnTo>
                  <a:pt x="927468" y="0"/>
                </a:lnTo>
                <a:lnTo>
                  <a:pt x="927468" y="231867"/>
                </a:lnTo>
                <a:lnTo>
                  <a:pt x="0" y="23186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028700" y="8955042"/>
            <a:ext cx="927468" cy="231867"/>
          </a:xfrm>
          <a:custGeom>
            <a:avLst/>
            <a:gdLst/>
            <a:ahLst/>
            <a:cxnLst/>
            <a:rect r="r" b="b" t="t" l="l"/>
            <a:pathLst>
              <a:path h="231867" w="927468">
                <a:moveTo>
                  <a:pt x="0" y="0"/>
                </a:moveTo>
                <a:lnTo>
                  <a:pt x="927468" y="0"/>
                </a:lnTo>
                <a:lnTo>
                  <a:pt x="927468" y="231866"/>
                </a:lnTo>
                <a:lnTo>
                  <a:pt x="0" y="23186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4393779" y="5796831"/>
            <a:ext cx="9500442" cy="717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>
                <a:solidFill>
                  <a:srgbClr val="FCC760"/>
                </a:solidFill>
                <a:latin typeface="Poppins"/>
                <a:ea typeface="Poppins"/>
                <a:cs typeface="Poppins"/>
                <a:sym typeface="Poppins"/>
              </a:rPr>
              <a:t>Group 9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724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291032" y="1028700"/>
            <a:ext cx="7446144" cy="8229600"/>
            <a:chOff x="0" y="0"/>
            <a:chExt cx="964487" cy="106596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64487" cy="1065967"/>
            </a:xfrm>
            <a:custGeom>
              <a:avLst/>
              <a:gdLst/>
              <a:ahLst/>
              <a:cxnLst/>
              <a:rect r="r" b="b" t="t" l="l"/>
              <a:pathLst>
                <a:path h="1065967" w="964487">
                  <a:moveTo>
                    <a:pt x="43668" y="0"/>
                  </a:moveTo>
                  <a:lnTo>
                    <a:pt x="920819" y="0"/>
                  </a:lnTo>
                  <a:cubicBezTo>
                    <a:pt x="944936" y="0"/>
                    <a:pt x="964487" y="19551"/>
                    <a:pt x="964487" y="43668"/>
                  </a:cubicBezTo>
                  <a:lnTo>
                    <a:pt x="964487" y="1022299"/>
                  </a:lnTo>
                  <a:cubicBezTo>
                    <a:pt x="964487" y="1046416"/>
                    <a:pt x="944936" y="1065967"/>
                    <a:pt x="920819" y="1065967"/>
                  </a:cubicBezTo>
                  <a:lnTo>
                    <a:pt x="43668" y="1065967"/>
                  </a:lnTo>
                  <a:cubicBezTo>
                    <a:pt x="32087" y="1065967"/>
                    <a:pt x="20980" y="1061366"/>
                    <a:pt x="12790" y="1053177"/>
                  </a:cubicBezTo>
                  <a:cubicBezTo>
                    <a:pt x="4601" y="1044988"/>
                    <a:pt x="0" y="1033880"/>
                    <a:pt x="0" y="1022299"/>
                  </a:cubicBezTo>
                  <a:lnTo>
                    <a:pt x="0" y="43668"/>
                  </a:lnTo>
                  <a:cubicBezTo>
                    <a:pt x="0" y="19551"/>
                    <a:pt x="19551" y="0"/>
                    <a:pt x="43668" y="0"/>
                  </a:cubicBezTo>
                  <a:close/>
                </a:path>
              </a:pathLst>
            </a:custGeom>
            <a:blipFill>
              <a:blip r:embed="rId2"/>
              <a:stretch>
                <a:fillRect l="-66399" t="0" r="-30083" b="0"/>
              </a:stretch>
            </a:blipFill>
            <a:ln w="66675" cap="rnd">
              <a:solidFill>
                <a:srgbClr val="FCC760"/>
              </a:solidFill>
              <a:prstDash val="solid"/>
              <a:round/>
            </a:ln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8944620" y="452883"/>
            <a:ext cx="1661085" cy="1543299"/>
          </a:xfrm>
          <a:custGeom>
            <a:avLst/>
            <a:gdLst/>
            <a:ahLst/>
            <a:cxnLst/>
            <a:rect r="r" b="b" t="t" l="l"/>
            <a:pathLst>
              <a:path h="1543299" w="1661085">
                <a:moveTo>
                  <a:pt x="0" y="0"/>
                </a:moveTo>
                <a:lnTo>
                  <a:pt x="1661085" y="0"/>
                </a:lnTo>
                <a:lnTo>
                  <a:pt x="1661085" y="1543300"/>
                </a:lnTo>
                <a:lnTo>
                  <a:pt x="0" y="15433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5900313" y="7764409"/>
            <a:ext cx="3243687" cy="2522591"/>
          </a:xfrm>
          <a:custGeom>
            <a:avLst/>
            <a:gdLst/>
            <a:ahLst/>
            <a:cxnLst/>
            <a:rect r="r" b="b" t="t" l="l"/>
            <a:pathLst>
              <a:path h="2522591" w="3243687">
                <a:moveTo>
                  <a:pt x="0" y="0"/>
                </a:moveTo>
                <a:lnTo>
                  <a:pt x="3243687" y="0"/>
                </a:lnTo>
                <a:lnTo>
                  <a:pt x="3243687" y="2522591"/>
                </a:lnTo>
                <a:lnTo>
                  <a:pt x="0" y="252259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028700" y="1834258"/>
            <a:ext cx="9168583" cy="920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000"/>
              </a:lnSpc>
              <a:spcBef>
                <a:spcPct val="0"/>
              </a:spcBef>
            </a:pPr>
            <a:r>
              <a:rPr lang="en-US" sz="5000">
                <a:solidFill>
                  <a:srgbClr val="FFFFFF"/>
                </a:solidFill>
                <a:latin typeface="Lastica"/>
                <a:ea typeface="Lastica"/>
                <a:cs typeface="Lastica"/>
                <a:sym typeface="Lastica"/>
              </a:rPr>
              <a:t>What Is our idea?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2895267"/>
            <a:ext cx="8808629" cy="57320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59"/>
              </a:lnSpc>
            </a:pPr>
            <a:r>
              <a:rPr lang="en-US" sz="2328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Ou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r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id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ea is to bu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ild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a </a:t>
            </a:r>
            <a:r>
              <a:rPr lang="en-US" b="true" sz="2328" strike="noStrike" u="non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Digital Field</a:t>
            </a:r>
            <a:r>
              <a:rPr lang="en-US" b="true" sz="2328" strike="noStrike" u="non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 B</a:t>
            </a:r>
            <a:r>
              <a:rPr lang="en-US" b="true" sz="2328" strike="noStrike" u="non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oo</a:t>
            </a:r>
            <a:r>
              <a:rPr lang="en-US" b="true" sz="2328" strike="noStrike" u="non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king</a:t>
            </a:r>
            <a:r>
              <a:rPr lang="en-US" b="true" sz="2328" strike="noStrike" u="non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 System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alle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b="true" sz="2328" strike="noStrike" u="non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FieldRese</a:t>
            </a:r>
            <a:r>
              <a:rPr lang="en-US" b="true" sz="2328" strike="noStrike" u="non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rv</a:t>
            </a:r>
            <a:r>
              <a:rPr lang="en-US" b="true" sz="2328" strike="noStrike" u="non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e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</a:p>
          <a:p>
            <a:pPr algn="just">
              <a:lnSpc>
                <a:spcPts val="3259"/>
              </a:lnSpc>
            </a:pPr>
            <a:r>
              <a:rPr lang="en-US" b="true" sz="2328" strike="noStrike" u="non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FieldRese</a:t>
            </a:r>
            <a:r>
              <a:rPr lang="en-US" b="true" sz="2328" strike="noStrike" u="non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r</a:t>
            </a:r>
            <a:r>
              <a:rPr lang="en-US" b="true" sz="2328" strike="noStrike" u="non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ve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is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a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web-base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ap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l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at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o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n that all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ows spor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ts enthusiasts a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nd 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community gr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ou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 to brows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 available spor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ts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fi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elds and submit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booking req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u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est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 i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n 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simpl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 and confl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ict-free way.</a:t>
            </a:r>
          </a:p>
          <a:p>
            <a:pPr algn="just">
              <a:lnSpc>
                <a:spcPts val="3259"/>
              </a:lnSpc>
            </a:pP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Un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like co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l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ex 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sched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u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ling pla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fo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rm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 or phone calls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o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ur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system foc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uses on:</a:t>
            </a:r>
          </a:p>
          <a:p>
            <a:pPr algn="just" marL="502716" indent="-251358" lvl="1">
              <a:lnSpc>
                <a:spcPts val="3259"/>
              </a:lnSpc>
              <a:buFont typeface="Arial"/>
              <a:buChar char="•"/>
            </a:pP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Simp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lified 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r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r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va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tio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n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</a:t>
            </a:r>
          </a:p>
          <a:p>
            <a:pPr algn="just" marL="502716" indent="-251358" lvl="1">
              <a:lnSpc>
                <a:spcPts val="3259"/>
              </a:lnSpc>
              <a:buFont typeface="Arial"/>
              <a:buChar char="•"/>
            </a:pP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Cle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ar field availabilit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y</a:t>
            </a:r>
          </a:p>
          <a:p>
            <a:pPr algn="just" marL="502716" indent="-251358" lvl="1">
              <a:lnSpc>
                <a:spcPts val="3259"/>
              </a:lnSpc>
              <a:buFont typeface="Arial"/>
              <a:buChar char="•"/>
            </a:pP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Pe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r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istent us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er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sel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ecti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ons</a:t>
            </a:r>
          </a:p>
          <a:p>
            <a:pPr algn="just">
              <a:lnSpc>
                <a:spcPts val="3259"/>
              </a:lnSpc>
            </a:pP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Th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 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goal 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is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to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provi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de a safe,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e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asy-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o-use,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a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nd effi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ci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n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 solut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on for m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anaging c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ommuni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y 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sports field 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reserva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ti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ons</a:t>
            </a:r>
            <a:r>
              <a:rPr lang="en-US" sz="2328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</a:p>
          <a:p>
            <a:pPr algn="just">
              <a:lnSpc>
                <a:spcPts val="3259"/>
              </a:lnSpc>
            </a:pP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724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616080" y="2991113"/>
            <a:ext cx="9055839" cy="866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450"/>
              </a:lnSpc>
              <a:spcBef>
                <a:spcPct val="0"/>
              </a:spcBef>
            </a:pPr>
            <a:r>
              <a:rPr lang="en-US" sz="5000">
                <a:solidFill>
                  <a:srgbClr val="FFFFFF"/>
                </a:solidFill>
                <a:latin typeface="Lastica"/>
                <a:ea typeface="Lastica"/>
                <a:cs typeface="Lastica"/>
                <a:sym typeface="Lastica"/>
              </a:rPr>
              <a:t>H</a:t>
            </a:r>
            <a:r>
              <a:rPr lang="en-US" sz="5000" strike="noStrike" u="none">
                <a:solidFill>
                  <a:srgbClr val="FFFFFF"/>
                </a:solidFill>
                <a:latin typeface="Lastica"/>
                <a:ea typeface="Lastica"/>
                <a:cs typeface="Lastica"/>
                <a:sym typeface="Lastica"/>
              </a:rPr>
              <a:t>o</a:t>
            </a:r>
            <a:r>
              <a:rPr lang="en-US" sz="5000" strike="noStrike" u="none">
                <a:solidFill>
                  <a:srgbClr val="FFFFFF"/>
                </a:solidFill>
                <a:latin typeface="Lastica"/>
                <a:ea typeface="Lastica"/>
                <a:cs typeface="Lastica"/>
                <a:sym typeface="Lastica"/>
              </a:rPr>
              <a:t>w</a:t>
            </a:r>
            <a:r>
              <a:rPr lang="en-US" sz="5000" strike="noStrike" u="none">
                <a:solidFill>
                  <a:srgbClr val="FFFFFF"/>
                </a:solidFill>
                <a:latin typeface="Lastica"/>
                <a:ea typeface="Lastica"/>
                <a:cs typeface="Lastica"/>
                <a:sym typeface="Lastica"/>
              </a:rPr>
              <a:t> </a:t>
            </a:r>
            <a:r>
              <a:rPr lang="en-US" sz="5000" strike="noStrike" u="none">
                <a:solidFill>
                  <a:srgbClr val="FFFFFF"/>
                </a:solidFill>
                <a:latin typeface="Lastica"/>
                <a:ea typeface="Lastica"/>
                <a:cs typeface="Lastica"/>
                <a:sym typeface="Lastica"/>
              </a:rPr>
              <a:t>W</a:t>
            </a:r>
            <a:r>
              <a:rPr lang="en-US" sz="5000" strike="noStrike" u="none">
                <a:solidFill>
                  <a:srgbClr val="FFFFFF"/>
                </a:solidFill>
                <a:latin typeface="Lastica"/>
                <a:ea typeface="Lastica"/>
                <a:cs typeface="Lastica"/>
                <a:sym typeface="Lastica"/>
              </a:rPr>
              <a:t>ill</a:t>
            </a:r>
            <a:r>
              <a:rPr lang="en-US" sz="5000" strike="noStrike" u="none">
                <a:solidFill>
                  <a:srgbClr val="FFFFFF"/>
                </a:solidFill>
                <a:latin typeface="Lastica"/>
                <a:ea typeface="Lastica"/>
                <a:cs typeface="Lastica"/>
                <a:sym typeface="Lastica"/>
              </a:rPr>
              <a:t> It Work?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870963" y="4514590"/>
            <a:ext cx="4562894" cy="1442531"/>
            <a:chOff x="0" y="0"/>
            <a:chExt cx="1695573" cy="536045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95573" cy="536045"/>
            </a:xfrm>
            <a:custGeom>
              <a:avLst/>
              <a:gdLst/>
              <a:ahLst/>
              <a:cxnLst/>
              <a:rect r="r" b="b" t="t" l="l"/>
              <a:pathLst>
                <a:path h="536045" w="1695573">
                  <a:moveTo>
                    <a:pt x="1492373" y="0"/>
                  </a:moveTo>
                  <a:cubicBezTo>
                    <a:pt x="1604597" y="0"/>
                    <a:pt x="1695573" y="119998"/>
                    <a:pt x="1695573" y="268022"/>
                  </a:cubicBezTo>
                  <a:cubicBezTo>
                    <a:pt x="1695573" y="416047"/>
                    <a:pt x="1604597" y="536045"/>
                    <a:pt x="1492373" y="536045"/>
                  </a:cubicBezTo>
                  <a:lnTo>
                    <a:pt x="203200" y="536045"/>
                  </a:lnTo>
                  <a:cubicBezTo>
                    <a:pt x="90976" y="536045"/>
                    <a:pt x="0" y="416047"/>
                    <a:pt x="0" y="268022"/>
                  </a:cubicBezTo>
                  <a:cubicBezTo>
                    <a:pt x="0" y="119998"/>
                    <a:pt x="90976" y="0"/>
                    <a:pt x="203200" y="0"/>
                  </a:cubicBezTo>
                  <a:close/>
                </a:path>
              </a:pathLst>
            </a:custGeom>
            <a:ln w="85725" cap="sq">
              <a:solidFill>
                <a:srgbClr val="FCC760"/>
              </a:solidFill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1695573" cy="5931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084032" y="4556589"/>
            <a:ext cx="4140418" cy="1317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Users browse ava</a:t>
            </a:r>
            <a:r>
              <a:rPr lang="en-US" sz="24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ilable sports fields through a simple web interface</a:t>
            </a:r>
          </a:p>
        </p:txBody>
      </p:sp>
      <p:sp>
        <p:nvSpPr>
          <p:cNvPr name="Freeform 7" id="7"/>
          <p:cNvSpPr/>
          <p:nvPr/>
        </p:nvSpPr>
        <p:spPr>
          <a:xfrm flipH="true" flipV="true" rot="0">
            <a:off x="15044313" y="0"/>
            <a:ext cx="3243687" cy="2522591"/>
          </a:xfrm>
          <a:custGeom>
            <a:avLst/>
            <a:gdLst/>
            <a:ahLst/>
            <a:cxnLst/>
            <a:rect r="r" b="b" t="t" l="l"/>
            <a:pathLst>
              <a:path h="2522591" w="3243687">
                <a:moveTo>
                  <a:pt x="3243687" y="2522591"/>
                </a:moveTo>
                <a:lnTo>
                  <a:pt x="0" y="2522591"/>
                </a:lnTo>
                <a:lnTo>
                  <a:pt x="0" y="0"/>
                </a:lnTo>
                <a:lnTo>
                  <a:pt x="3243687" y="0"/>
                </a:lnTo>
                <a:lnTo>
                  <a:pt x="3243687" y="2522591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true" flipV="false" rot="0">
            <a:off x="0" y="7764409"/>
            <a:ext cx="3243687" cy="2522591"/>
          </a:xfrm>
          <a:custGeom>
            <a:avLst/>
            <a:gdLst/>
            <a:ahLst/>
            <a:cxnLst/>
            <a:rect r="r" b="b" t="t" l="l"/>
            <a:pathLst>
              <a:path h="2522591" w="3243687">
                <a:moveTo>
                  <a:pt x="3243687" y="0"/>
                </a:moveTo>
                <a:lnTo>
                  <a:pt x="0" y="0"/>
                </a:lnTo>
                <a:lnTo>
                  <a:pt x="0" y="2522591"/>
                </a:lnTo>
                <a:lnTo>
                  <a:pt x="3243687" y="2522591"/>
                </a:lnTo>
                <a:lnTo>
                  <a:pt x="324368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9" id="9"/>
          <p:cNvGrpSpPr/>
          <p:nvPr/>
        </p:nvGrpSpPr>
        <p:grpSpPr>
          <a:xfrm rot="0">
            <a:off x="6862553" y="4514590"/>
            <a:ext cx="4562894" cy="1442531"/>
            <a:chOff x="0" y="0"/>
            <a:chExt cx="1695573" cy="53604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695573" cy="536045"/>
            </a:xfrm>
            <a:custGeom>
              <a:avLst/>
              <a:gdLst/>
              <a:ahLst/>
              <a:cxnLst/>
              <a:rect r="r" b="b" t="t" l="l"/>
              <a:pathLst>
                <a:path h="536045" w="1695573">
                  <a:moveTo>
                    <a:pt x="1492373" y="0"/>
                  </a:moveTo>
                  <a:cubicBezTo>
                    <a:pt x="1604597" y="0"/>
                    <a:pt x="1695573" y="119998"/>
                    <a:pt x="1695573" y="268022"/>
                  </a:cubicBezTo>
                  <a:cubicBezTo>
                    <a:pt x="1695573" y="416047"/>
                    <a:pt x="1604597" y="536045"/>
                    <a:pt x="1492373" y="536045"/>
                  </a:cubicBezTo>
                  <a:lnTo>
                    <a:pt x="203200" y="536045"/>
                  </a:lnTo>
                  <a:cubicBezTo>
                    <a:pt x="90976" y="536045"/>
                    <a:pt x="0" y="416047"/>
                    <a:pt x="0" y="268022"/>
                  </a:cubicBezTo>
                  <a:cubicBezTo>
                    <a:pt x="0" y="119998"/>
                    <a:pt x="90976" y="0"/>
                    <a:pt x="203200" y="0"/>
                  </a:cubicBezTo>
                  <a:close/>
                </a:path>
              </a:pathLst>
            </a:custGeom>
            <a:ln w="85725" cap="sq">
              <a:solidFill>
                <a:srgbClr val="FCC760"/>
              </a:solidFill>
              <a:prstDash val="solid"/>
              <a:miter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-57150"/>
              <a:ext cx="1695573" cy="5931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7073791" y="4543705"/>
            <a:ext cx="4140418" cy="1317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Ava</a:t>
            </a:r>
            <a:r>
              <a:rPr lang="en-US" sz="24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ilability is displayed automatically based on existing bookings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11854072" y="4514590"/>
            <a:ext cx="4562894" cy="1442531"/>
            <a:chOff x="0" y="0"/>
            <a:chExt cx="1695573" cy="53604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695573" cy="536045"/>
            </a:xfrm>
            <a:custGeom>
              <a:avLst/>
              <a:gdLst/>
              <a:ahLst/>
              <a:cxnLst/>
              <a:rect r="r" b="b" t="t" l="l"/>
              <a:pathLst>
                <a:path h="536045" w="1695573">
                  <a:moveTo>
                    <a:pt x="1492373" y="0"/>
                  </a:moveTo>
                  <a:cubicBezTo>
                    <a:pt x="1604597" y="0"/>
                    <a:pt x="1695573" y="119998"/>
                    <a:pt x="1695573" y="268022"/>
                  </a:cubicBezTo>
                  <a:cubicBezTo>
                    <a:pt x="1695573" y="416047"/>
                    <a:pt x="1604597" y="536045"/>
                    <a:pt x="1492373" y="536045"/>
                  </a:cubicBezTo>
                  <a:lnTo>
                    <a:pt x="203200" y="536045"/>
                  </a:lnTo>
                  <a:cubicBezTo>
                    <a:pt x="90976" y="536045"/>
                    <a:pt x="0" y="416047"/>
                    <a:pt x="0" y="268022"/>
                  </a:cubicBezTo>
                  <a:cubicBezTo>
                    <a:pt x="0" y="119998"/>
                    <a:pt x="90976" y="0"/>
                    <a:pt x="203200" y="0"/>
                  </a:cubicBezTo>
                  <a:close/>
                </a:path>
              </a:pathLst>
            </a:custGeom>
            <a:ln w="85725" cap="sq">
              <a:solidFill>
                <a:srgbClr val="FCC760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57150"/>
              <a:ext cx="1695573" cy="5931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12067141" y="4556589"/>
            <a:ext cx="4140418" cy="1317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Users subm</a:t>
            </a:r>
            <a:r>
              <a:rPr lang="en-US" sz="24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it booking requests with selected date and field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4191300" y="6182138"/>
            <a:ext cx="4562894" cy="1442531"/>
            <a:chOff x="0" y="0"/>
            <a:chExt cx="1695573" cy="53604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695573" cy="536045"/>
            </a:xfrm>
            <a:custGeom>
              <a:avLst/>
              <a:gdLst/>
              <a:ahLst/>
              <a:cxnLst/>
              <a:rect r="r" b="b" t="t" l="l"/>
              <a:pathLst>
                <a:path h="536045" w="1695573">
                  <a:moveTo>
                    <a:pt x="1492373" y="0"/>
                  </a:moveTo>
                  <a:cubicBezTo>
                    <a:pt x="1604597" y="0"/>
                    <a:pt x="1695573" y="119998"/>
                    <a:pt x="1695573" y="268022"/>
                  </a:cubicBezTo>
                  <a:cubicBezTo>
                    <a:pt x="1695573" y="416047"/>
                    <a:pt x="1604597" y="536045"/>
                    <a:pt x="1492373" y="536045"/>
                  </a:cubicBezTo>
                  <a:lnTo>
                    <a:pt x="203200" y="536045"/>
                  </a:lnTo>
                  <a:cubicBezTo>
                    <a:pt x="90976" y="536045"/>
                    <a:pt x="0" y="416047"/>
                    <a:pt x="0" y="268022"/>
                  </a:cubicBezTo>
                  <a:cubicBezTo>
                    <a:pt x="0" y="119998"/>
                    <a:pt x="90976" y="0"/>
                    <a:pt x="203200" y="0"/>
                  </a:cubicBezTo>
                  <a:close/>
                </a:path>
              </a:pathLst>
            </a:custGeom>
            <a:ln w="85725" cap="sq">
              <a:solidFill>
                <a:srgbClr val="FCC760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57150"/>
              <a:ext cx="1695573" cy="5931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4402538" y="6211253"/>
            <a:ext cx="4140418" cy="1317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The system va</a:t>
            </a:r>
            <a:r>
              <a:rPr lang="en-US" sz="24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lidates requests and prevents basic conflicts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9533806" y="6182138"/>
            <a:ext cx="4562894" cy="1442531"/>
            <a:chOff x="0" y="0"/>
            <a:chExt cx="1695573" cy="536045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695573" cy="536045"/>
            </a:xfrm>
            <a:custGeom>
              <a:avLst/>
              <a:gdLst/>
              <a:ahLst/>
              <a:cxnLst/>
              <a:rect r="r" b="b" t="t" l="l"/>
              <a:pathLst>
                <a:path h="536045" w="1695573">
                  <a:moveTo>
                    <a:pt x="1492373" y="0"/>
                  </a:moveTo>
                  <a:cubicBezTo>
                    <a:pt x="1604597" y="0"/>
                    <a:pt x="1695573" y="119998"/>
                    <a:pt x="1695573" y="268022"/>
                  </a:cubicBezTo>
                  <a:cubicBezTo>
                    <a:pt x="1695573" y="416047"/>
                    <a:pt x="1604597" y="536045"/>
                    <a:pt x="1492373" y="536045"/>
                  </a:cubicBezTo>
                  <a:lnTo>
                    <a:pt x="203200" y="536045"/>
                  </a:lnTo>
                  <a:cubicBezTo>
                    <a:pt x="90976" y="536045"/>
                    <a:pt x="0" y="416047"/>
                    <a:pt x="0" y="268022"/>
                  </a:cubicBezTo>
                  <a:cubicBezTo>
                    <a:pt x="0" y="119998"/>
                    <a:pt x="90976" y="0"/>
                    <a:pt x="203200" y="0"/>
                  </a:cubicBezTo>
                  <a:close/>
                </a:path>
              </a:pathLst>
            </a:custGeom>
            <a:ln w="85725" cap="sq">
              <a:solidFill>
                <a:srgbClr val="FCC760"/>
              </a:solidFill>
              <a:prstDash val="solid"/>
              <a:miter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0" y="-57150"/>
              <a:ext cx="1695573" cy="5931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9745044" y="6211253"/>
            <a:ext cx="4140418" cy="1317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Send confermation email to the user including date and time of the booking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DAHASMwOza4</dc:identifier>
  <dcterms:modified xsi:type="dcterms:W3CDTF">2011-08-01T06:04:30Z</dcterms:modified>
  <cp:revision>1</cp:revision>
  <dc:title>FIELD BOOKING SYSTEM (phase 1)</dc:title>
</cp:coreProperties>
</file>
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Lastica" panose="020B0604020202020204" charset="0"/>
      <p:regular r:id="rId5"/>
    </p:embeddedFont>
    <p:embeddedFont>
      <p:font typeface="Poppins" panose="00000500000000000000" pitchFamily="2" charset="0"/>
      <p:regular r:id="rId6"/>
    </p:embeddedFont>
    <p:embeddedFont>
      <p:font typeface="Poppins Bold" panose="00000800000000000000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3" name="Freeform 3"/>
          <p:cNvSpPr/>
          <p:nvPr/>
        </p:nvSpPr>
        <p:spPr>
          <a:xfrm flipH="1" flipV="1">
            <a:off x="11219740" y="3391711"/>
            <a:ext cx="7546070" cy="7543617"/>
          </a:xfrm>
          <a:custGeom>
            <a:avLst/>
            <a:gdLst/>
            <a:ahLst/>
            <a:cxnLst/>
            <a:rect l="l" t="t" r="r" b="b"/>
            <a:pathLst>
              <a:path w="7546070" h="7543617">
                <a:moveTo>
                  <a:pt x="7546071" y="7543617"/>
                </a:moveTo>
                <a:lnTo>
                  <a:pt x="0" y="7543617"/>
                </a:lnTo>
                <a:lnTo>
                  <a:pt x="0" y="0"/>
                </a:lnTo>
                <a:lnTo>
                  <a:pt x="7546071" y="0"/>
                </a:lnTo>
                <a:lnTo>
                  <a:pt x="7546071" y="754361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Freeform 4"/>
          <p:cNvSpPr/>
          <p:nvPr/>
        </p:nvSpPr>
        <p:spPr>
          <a:xfrm>
            <a:off x="-307910" y="-209550"/>
            <a:ext cx="7546070" cy="7543617"/>
          </a:xfrm>
          <a:custGeom>
            <a:avLst/>
            <a:gdLst/>
            <a:ahLst/>
            <a:cxnLst/>
            <a:rect l="l" t="t" r="r" b="b"/>
            <a:pathLst>
              <a:path w="7546070" h="7543617">
                <a:moveTo>
                  <a:pt x="0" y="0"/>
                </a:moveTo>
                <a:lnTo>
                  <a:pt x="7546070" y="0"/>
                </a:lnTo>
                <a:lnTo>
                  <a:pt x="7546070" y="7543617"/>
                </a:lnTo>
                <a:lnTo>
                  <a:pt x="0" y="75436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TextBox 5"/>
          <p:cNvSpPr txBox="1"/>
          <p:nvPr/>
        </p:nvSpPr>
        <p:spPr>
          <a:xfrm>
            <a:off x="398170" y="4002613"/>
            <a:ext cx="17461757" cy="1455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41"/>
              </a:lnSpc>
              <a:spcBef>
                <a:spcPct val="0"/>
              </a:spcBef>
            </a:pPr>
            <a:r>
              <a:rPr lang="en-US" sz="7958" dirty="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FIELD BOOKING SYSTEM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458830" y="5530222"/>
            <a:ext cx="9370339" cy="1365066"/>
            <a:chOff x="0" y="0"/>
            <a:chExt cx="2789686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89686" cy="406400"/>
            </a:xfrm>
            <a:custGeom>
              <a:avLst/>
              <a:gdLst/>
              <a:ahLst/>
              <a:cxnLst/>
              <a:rect l="l" t="t" r="r" b="b"/>
              <a:pathLst>
                <a:path w="2789686" h="406400">
                  <a:moveTo>
                    <a:pt x="2586486" y="0"/>
                  </a:moveTo>
                  <a:cubicBezTo>
                    <a:pt x="2698710" y="0"/>
                    <a:pt x="2789686" y="90976"/>
                    <a:pt x="2789686" y="203200"/>
                  </a:cubicBezTo>
                  <a:cubicBezTo>
                    <a:pt x="2789686" y="315424"/>
                    <a:pt x="2698710" y="406400"/>
                    <a:pt x="25864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89686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331832" y="1028700"/>
            <a:ext cx="927468" cy="231867"/>
          </a:xfrm>
          <a:custGeom>
            <a:avLst/>
            <a:gdLst/>
            <a:ahLst/>
            <a:cxnLst/>
            <a:rect l="l" t="t" r="r" b="b"/>
            <a:pathLst>
              <a:path w="927468" h="231867">
                <a:moveTo>
                  <a:pt x="0" y="0"/>
                </a:moveTo>
                <a:lnTo>
                  <a:pt x="927468" y="0"/>
                </a:lnTo>
                <a:lnTo>
                  <a:pt x="927468" y="231867"/>
                </a:lnTo>
                <a:lnTo>
                  <a:pt x="0" y="231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/>
          <p:cNvSpPr/>
          <p:nvPr/>
        </p:nvSpPr>
        <p:spPr>
          <a:xfrm>
            <a:off x="1028700" y="8955042"/>
            <a:ext cx="927468" cy="231867"/>
          </a:xfrm>
          <a:custGeom>
            <a:avLst/>
            <a:gdLst/>
            <a:ahLst/>
            <a:cxnLst/>
            <a:rect l="l" t="t" r="r" b="b"/>
            <a:pathLst>
              <a:path w="927468" h="231867">
                <a:moveTo>
                  <a:pt x="0" y="0"/>
                </a:moveTo>
                <a:lnTo>
                  <a:pt x="927468" y="0"/>
                </a:lnTo>
                <a:lnTo>
                  <a:pt x="927468" y="231866"/>
                </a:lnTo>
                <a:lnTo>
                  <a:pt x="0" y="2318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TextBox 11"/>
          <p:cNvSpPr txBox="1"/>
          <p:nvPr/>
        </p:nvSpPr>
        <p:spPr>
          <a:xfrm>
            <a:off x="4393779" y="5796831"/>
            <a:ext cx="9500442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Group 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26CD75-18BE-91FA-F2C6-099EA0A4ED54}"/>
              </a:ext>
            </a:extLst>
          </p:cNvPr>
          <p:cNvSpPr txBox="1"/>
          <p:nvPr/>
        </p:nvSpPr>
        <p:spPr>
          <a:xfrm>
            <a:off x="4109583" y="6835279"/>
            <a:ext cx="10068832" cy="3511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2800" dirty="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Group Members: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2800" dirty="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Mohammed Adil (415006855)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2800" dirty="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Osama Ahmad (764000269)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2800" dirty="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Araz </a:t>
            </a:r>
            <a:r>
              <a:rPr lang="en-US" sz="280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Hafez (433006827)</a:t>
            </a:r>
            <a:endParaRPr lang="en-US" sz="2800" dirty="0">
              <a:solidFill>
                <a:srgbClr val="FCC76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2800" dirty="0">
                <a:solidFill>
                  <a:srgbClr val="FCC760"/>
                </a:solidFill>
                <a:latin typeface="Poppins"/>
                <a:ea typeface="Poppins"/>
                <a:cs typeface="Poppins"/>
                <a:sym typeface="Poppins"/>
              </a:rPr>
              <a:t>Muhammed Rashid (421007820)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91032" y="1028700"/>
            <a:ext cx="7446144" cy="8229600"/>
            <a:chOff x="0" y="0"/>
            <a:chExt cx="964487" cy="1065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4487" cy="1065967"/>
            </a:xfrm>
            <a:custGeom>
              <a:avLst/>
              <a:gdLst/>
              <a:ahLst/>
              <a:cxnLst/>
              <a:rect l="l" t="t" r="r" b="b"/>
              <a:pathLst>
                <a:path w="964487" h="1065967">
                  <a:moveTo>
                    <a:pt x="43668" y="0"/>
                  </a:moveTo>
                  <a:lnTo>
                    <a:pt x="920819" y="0"/>
                  </a:lnTo>
                  <a:cubicBezTo>
                    <a:pt x="944936" y="0"/>
                    <a:pt x="964487" y="19551"/>
                    <a:pt x="964487" y="43668"/>
                  </a:cubicBezTo>
                  <a:lnTo>
                    <a:pt x="964487" y="1022299"/>
                  </a:lnTo>
                  <a:cubicBezTo>
                    <a:pt x="964487" y="1046416"/>
                    <a:pt x="944936" y="1065967"/>
                    <a:pt x="920819" y="1065967"/>
                  </a:cubicBezTo>
                  <a:lnTo>
                    <a:pt x="43668" y="1065967"/>
                  </a:lnTo>
                  <a:cubicBezTo>
                    <a:pt x="32087" y="1065967"/>
                    <a:pt x="20980" y="1061366"/>
                    <a:pt x="12790" y="1053177"/>
                  </a:cubicBezTo>
                  <a:cubicBezTo>
                    <a:pt x="4601" y="1044988"/>
                    <a:pt x="0" y="1033880"/>
                    <a:pt x="0" y="1022299"/>
                  </a:cubicBezTo>
                  <a:lnTo>
                    <a:pt x="0" y="43668"/>
                  </a:lnTo>
                  <a:cubicBezTo>
                    <a:pt x="0" y="19551"/>
                    <a:pt x="19551" y="0"/>
                    <a:pt x="43668" y="0"/>
                  </a:cubicBezTo>
                  <a:close/>
                </a:path>
              </a:pathLst>
            </a:custGeom>
            <a:blipFill>
              <a:blip r:embed="rId2"/>
              <a:stretch>
                <a:fillRect l="-66399" r="-30083"/>
              </a:stretch>
            </a:blipFill>
            <a:ln w="66675" cap="rnd">
              <a:solidFill>
                <a:srgbClr val="FCC760"/>
              </a:solidFill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4" name="Freeform 4"/>
          <p:cNvSpPr/>
          <p:nvPr/>
        </p:nvSpPr>
        <p:spPr>
          <a:xfrm>
            <a:off x="8944620" y="452883"/>
            <a:ext cx="1661085" cy="1543299"/>
          </a:xfrm>
          <a:custGeom>
            <a:avLst/>
            <a:gdLst/>
            <a:ahLst/>
            <a:cxnLst/>
            <a:rect l="l" t="t" r="r" b="b"/>
            <a:pathLst>
              <a:path w="1661085" h="1543299">
                <a:moveTo>
                  <a:pt x="0" y="0"/>
                </a:moveTo>
                <a:lnTo>
                  <a:pt x="1661085" y="0"/>
                </a:lnTo>
                <a:lnTo>
                  <a:pt x="1661085" y="1543300"/>
                </a:lnTo>
                <a:lnTo>
                  <a:pt x="0" y="1543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Freeform 5"/>
          <p:cNvSpPr/>
          <p:nvPr/>
        </p:nvSpPr>
        <p:spPr>
          <a:xfrm>
            <a:off x="5900313" y="7764409"/>
            <a:ext cx="3243687" cy="2522591"/>
          </a:xfrm>
          <a:custGeom>
            <a:avLst/>
            <a:gdLst/>
            <a:ahLst/>
            <a:cxnLst/>
            <a:rect l="l" t="t" r="r" b="b"/>
            <a:pathLst>
              <a:path w="3243687" h="2522591">
                <a:moveTo>
                  <a:pt x="0" y="0"/>
                </a:moveTo>
                <a:lnTo>
                  <a:pt x="3243687" y="0"/>
                </a:lnTo>
                <a:lnTo>
                  <a:pt x="3243687" y="2522591"/>
                </a:lnTo>
                <a:lnTo>
                  <a:pt x="0" y="25225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TextBox 6"/>
          <p:cNvSpPr txBox="1"/>
          <p:nvPr/>
        </p:nvSpPr>
        <p:spPr>
          <a:xfrm>
            <a:off x="1028700" y="1834258"/>
            <a:ext cx="9168583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What Is our idea?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895267"/>
            <a:ext cx="8808629" cy="5732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9"/>
              </a:lnSpc>
            </a:pPr>
            <a:r>
              <a:rPr lang="en-US" sz="23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328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 idea is to build a </a:t>
            </a:r>
            <a:r>
              <a:rPr lang="en-US" sz="2328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Field Booking System</a:t>
            </a:r>
            <a:r>
              <a:rPr lang="en-US" sz="2328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called </a:t>
            </a:r>
            <a:r>
              <a:rPr lang="en-US" sz="2328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FieldReserve</a:t>
            </a:r>
            <a:r>
              <a:rPr lang="en-US" sz="2328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259"/>
              </a:lnSpc>
            </a:pPr>
            <a:r>
              <a:rPr lang="en-US" sz="2328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FieldReserve</a:t>
            </a:r>
            <a:r>
              <a:rPr lang="en-US" sz="2328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is a web-based application that allows sports enthusiasts and community groups to browse available sports fields and submit booking requests in a simple and conflict-free way.</a:t>
            </a:r>
          </a:p>
          <a:p>
            <a:pPr algn="just">
              <a:lnSpc>
                <a:spcPts val="3259"/>
              </a:lnSpc>
            </a:pPr>
            <a:r>
              <a:rPr lang="en-US" sz="2328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Unlike complex scheduling platforms or phone calls, our system focuses on:</a:t>
            </a:r>
          </a:p>
          <a:p>
            <a:pPr marL="502716" lvl="1" indent="-251358" algn="just">
              <a:lnSpc>
                <a:spcPts val="3259"/>
              </a:lnSpc>
              <a:buFont typeface="Arial"/>
              <a:buChar char="•"/>
            </a:pPr>
            <a:r>
              <a:rPr lang="en-US" sz="2328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Simplified reservations</a:t>
            </a:r>
          </a:p>
          <a:p>
            <a:pPr marL="502716" lvl="1" indent="-251358" algn="just">
              <a:lnSpc>
                <a:spcPts val="3259"/>
              </a:lnSpc>
              <a:buFont typeface="Arial"/>
              <a:buChar char="•"/>
            </a:pPr>
            <a:r>
              <a:rPr lang="en-US" sz="2328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Clear field availability</a:t>
            </a:r>
          </a:p>
          <a:p>
            <a:pPr marL="502716" lvl="1" indent="-251358" algn="just">
              <a:lnSpc>
                <a:spcPts val="3259"/>
              </a:lnSpc>
              <a:buFont typeface="Arial"/>
              <a:buChar char="•"/>
            </a:pPr>
            <a:r>
              <a:rPr lang="en-US" sz="2328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Persistent user selections</a:t>
            </a:r>
          </a:p>
          <a:p>
            <a:pPr algn="just">
              <a:lnSpc>
                <a:spcPts val="3259"/>
              </a:lnSpc>
            </a:pPr>
            <a:r>
              <a:rPr lang="en-US" sz="2328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goal is to provide a safe, easy-to-use, and efficient solution for managing community sports field reservations.</a:t>
            </a:r>
          </a:p>
          <a:p>
            <a:pPr algn="just">
              <a:lnSpc>
                <a:spcPts val="3259"/>
              </a:lnSpc>
            </a:pPr>
            <a:endParaRPr lang="en-US" sz="2328" u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16080" y="2991113"/>
            <a:ext cx="9055839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5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H</a:t>
            </a:r>
            <a:r>
              <a:rPr lang="en-US" sz="5000" u="none" strike="noStrike">
                <a:solidFill>
                  <a:srgbClr val="FFFFFF"/>
                </a:solidFill>
                <a:latin typeface="Lastica"/>
                <a:ea typeface="Lastica"/>
                <a:cs typeface="Lastica"/>
                <a:sym typeface="Lastica"/>
              </a:rPr>
              <a:t>ow Will It Work?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870963" y="4514590"/>
            <a:ext cx="4562894" cy="1442531"/>
            <a:chOff x="0" y="0"/>
            <a:chExt cx="1695573" cy="5360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95573" cy="536045"/>
            </a:xfrm>
            <a:custGeom>
              <a:avLst/>
              <a:gdLst/>
              <a:ahLst/>
              <a:cxnLst/>
              <a:rect l="l" t="t" r="r" b="b"/>
              <a:pathLst>
                <a:path w="1695573" h="536045">
                  <a:moveTo>
                    <a:pt x="1492373" y="0"/>
                  </a:moveTo>
                  <a:cubicBezTo>
                    <a:pt x="1604597" y="0"/>
                    <a:pt x="1695573" y="119998"/>
                    <a:pt x="1695573" y="268022"/>
                  </a:cubicBezTo>
                  <a:cubicBezTo>
                    <a:pt x="1695573" y="416047"/>
                    <a:pt x="1604597" y="536045"/>
                    <a:pt x="1492373" y="536045"/>
                  </a:cubicBezTo>
                  <a:lnTo>
                    <a:pt x="203200" y="536045"/>
                  </a:lnTo>
                  <a:cubicBezTo>
                    <a:pt x="90976" y="536045"/>
                    <a:pt x="0" y="416047"/>
                    <a:pt x="0" y="268022"/>
                  </a:cubicBezTo>
                  <a:cubicBezTo>
                    <a:pt x="0" y="119998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695573" cy="593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84032" y="4556589"/>
            <a:ext cx="4140418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browse available sports fields through a simple web interface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15044313" y="0"/>
            <a:ext cx="3243687" cy="2522591"/>
          </a:xfrm>
          <a:custGeom>
            <a:avLst/>
            <a:gdLst/>
            <a:ahLst/>
            <a:cxnLst/>
            <a:rect l="l" t="t" r="r" b="b"/>
            <a:pathLst>
              <a:path w="3243687" h="2522591">
                <a:moveTo>
                  <a:pt x="3243687" y="2522591"/>
                </a:moveTo>
                <a:lnTo>
                  <a:pt x="0" y="2522591"/>
                </a:lnTo>
                <a:lnTo>
                  <a:pt x="0" y="0"/>
                </a:lnTo>
                <a:lnTo>
                  <a:pt x="3243687" y="0"/>
                </a:lnTo>
                <a:lnTo>
                  <a:pt x="3243687" y="252259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8" name="Freeform 8"/>
          <p:cNvSpPr/>
          <p:nvPr/>
        </p:nvSpPr>
        <p:spPr>
          <a:xfrm flipH="1">
            <a:off x="0" y="7764409"/>
            <a:ext cx="3243687" cy="2522591"/>
          </a:xfrm>
          <a:custGeom>
            <a:avLst/>
            <a:gdLst/>
            <a:ahLst/>
            <a:cxnLst/>
            <a:rect l="l" t="t" r="r" b="b"/>
            <a:pathLst>
              <a:path w="3243687" h="2522591">
                <a:moveTo>
                  <a:pt x="3243687" y="0"/>
                </a:moveTo>
                <a:lnTo>
                  <a:pt x="0" y="0"/>
                </a:lnTo>
                <a:lnTo>
                  <a:pt x="0" y="2522591"/>
                </a:lnTo>
                <a:lnTo>
                  <a:pt x="3243687" y="2522591"/>
                </a:lnTo>
                <a:lnTo>
                  <a:pt x="324368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9" name="Group 9"/>
          <p:cNvGrpSpPr/>
          <p:nvPr/>
        </p:nvGrpSpPr>
        <p:grpSpPr>
          <a:xfrm>
            <a:off x="6862553" y="4514590"/>
            <a:ext cx="4562894" cy="1442531"/>
            <a:chOff x="0" y="0"/>
            <a:chExt cx="1695573" cy="5360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5573" cy="536045"/>
            </a:xfrm>
            <a:custGeom>
              <a:avLst/>
              <a:gdLst/>
              <a:ahLst/>
              <a:cxnLst/>
              <a:rect l="l" t="t" r="r" b="b"/>
              <a:pathLst>
                <a:path w="1695573" h="536045">
                  <a:moveTo>
                    <a:pt x="1492373" y="0"/>
                  </a:moveTo>
                  <a:cubicBezTo>
                    <a:pt x="1604597" y="0"/>
                    <a:pt x="1695573" y="119998"/>
                    <a:pt x="1695573" y="268022"/>
                  </a:cubicBezTo>
                  <a:cubicBezTo>
                    <a:pt x="1695573" y="416047"/>
                    <a:pt x="1604597" y="536045"/>
                    <a:pt x="1492373" y="536045"/>
                  </a:cubicBezTo>
                  <a:lnTo>
                    <a:pt x="203200" y="536045"/>
                  </a:lnTo>
                  <a:cubicBezTo>
                    <a:pt x="90976" y="536045"/>
                    <a:pt x="0" y="416047"/>
                    <a:pt x="0" y="268022"/>
                  </a:cubicBezTo>
                  <a:cubicBezTo>
                    <a:pt x="0" y="119998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695573" cy="593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073791" y="4543705"/>
            <a:ext cx="4140418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Availability is displayed automatically based on existing bookings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854072" y="4514590"/>
            <a:ext cx="4562894" cy="1442531"/>
            <a:chOff x="0" y="0"/>
            <a:chExt cx="1695573" cy="5360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95573" cy="536045"/>
            </a:xfrm>
            <a:custGeom>
              <a:avLst/>
              <a:gdLst/>
              <a:ahLst/>
              <a:cxnLst/>
              <a:rect l="l" t="t" r="r" b="b"/>
              <a:pathLst>
                <a:path w="1695573" h="536045">
                  <a:moveTo>
                    <a:pt x="1492373" y="0"/>
                  </a:moveTo>
                  <a:cubicBezTo>
                    <a:pt x="1604597" y="0"/>
                    <a:pt x="1695573" y="119998"/>
                    <a:pt x="1695573" y="268022"/>
                  </a:cubicBezTo>
                  <a:cubicBezTo>
                    <a:pt x="1695573" y="416047"/>
                    <a:pt x="1604597" y="536045"/>
                    <a:pt x="1492373" y="536045"/>
                  </a:cubicBezTo>
                  <a:lnTo>
                    <a:pt x="203200" y="536045"/>
                  </a:lnTo>
                  <a:cubicBezTo>
                    <a:pt x="90976" y="536045"/>
                    <a:pt x="0" y="416047"/>
                    <a:pt x="0" y="268022"/>
                  </a:cubicBezTo>
                  <a:cubicBezTo>
                    <a:pt x="0" y="119998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695573" cy="593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067141" y="4556589"/>
            <a:ext cx="4140418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 submit booking requests with selected date and field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191300" y="6182138"/>
            <a:ext cx="4562894" cy="1442531"/>
            <a:chOff x="0" y="0"/>
            <a:chExt cx="1695573" cy="5360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95573" cy="536045"/>
            </a:xfrm>
            <a:custGeom>
              <a:avLst/>
              <a:gdLst/>
              <a:ahLst/>
              <a:cxnLst/>
              <a:rect l="l" t="t" r="r" b="b"/>
              <a:pathLst>
                <a:path w="1695573" h="536045">
                  <a:moveTo>
                    <a:pt x="1492373" y="0"/>
                  </a:moveTo>
                  <a:cubicBezTo>
                    <a:pt x="1604597" y="0"/>
                    <a:pt x="1695573" y="119998"/>
                    <a:pt x="1695573" y="268022"/>
                  </a:cubicBezTo>
                  <a:cubicBezTo>
                    <a:pt x="1695573" y="416047"/>
                    <a:pt x="1604597" y="536045"/>
                    <a:pt x="1492373" y="536045"/>
                  </a:cubicBezTo>
                  <a:lnTo>
                    <a:pt x="203200" y="536045"/>
                  </a:lnTo>
                  <a:cubicBezTo>
                    <a:pt x="90976" y="536045"/>
                    <a:pt x="0" y="416047"/>
                    <a:pt x="0" y="268022"/>
                  </a:cubicBezTo>
                  <a:cubicBezTo>
                    <a:pt x="0" y="119998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695573" cy="593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402538" y="6211253"/>
            <a:ext cx="4140418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validates requests and prevents basic conflicts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533806" y="6182138"/>
            <a:ext cx="4562894" cy="1442531"/>
            <a:chOff x="0" y="0"/>
            <a:chExt cx="1695573" cy="5360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95573" cy="536045"/>
            </a:xfrm>
            <a:custGeom>
              <a:avLst/>
              <a:gdLst/>
              <a:ahLst/>
              <a:cxnLst/>
              <a:rect l="l" t="t" r="r" b="b"/>
              <a:pathLst>
                <a:path w="1695573" h="536045">
                  <a:moveTo>
                    <a:pt x="1492373" y="0"/>
                  </a:moveTo>
                  <a:cubicBezTo>
                    <a:pt x="1604597" y="0"/>
                    <a:pt x="1695573" y="119998"/>
                    <a:pt x="1695573" y="268022"/>
                  </a:cubicBezTo>
                  <a:cubicBezTo>
                    <a:pt x="1695573" y="416047"/>
                    <a:pt x="1604597" y="536045"/>
                    <a:pt x="1492373" y="536045"/>
                  </a:cubicBezTo>
                  <a:lnTo>
                    <a:pt x="203200" y="536045"/>
                  </a:lnTo>
                  <a:cubicBezTo>
                    <a:pt x="90976" y="536045"/>
                    <a:pt x="0" y="416047"/>
                    <a:pt x="0" y="268022"/>
                  </a:cubicBezTo>
                  <a:cubicBezTo>
                    <a:pt x="0" y="119998"/>
                    <a:pt x="90976" y="0"/>
                    <a:pt x="203200" y="0"/>
                  </a:cubicBezTo>
                  <a:close/>
                </a:path>
              </a:pathLst>
            </a:custGeom>
            <a:ln w="85725" cap="sq">
              <a:solidFill>
                <a:srgbClr val="FCC760"/>
              </a:soli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695573" cy="593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745044" y="6211253"/>
            <a:ext cx="4140418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Send confirmation email to the user including date and time of the booking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168</Words>
  <Application>Microsoft Office PowerPoint</Application>
  <PresentationFormat>Custom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</vt:lpstr>
      <vt:lpstr>Lastica</vt:lpstr>
      <vt:lpstr>Poppins Bold</vt:lpstr>
      <vt:lpstr>Poppins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BOOKING SYSTEM (phase 1)</dc:title>
  <cp:lastModifiedBy>Mohammed Adil (RIT)</cp:lastModifiedBy>
  <cp:revision>6</cp:revision>
  <dcterms:created xsi:type="dcterms:W3CDTF">2006-08-16T00:00:00Z</dcterms:created>
  <dcterms:modified xsi:type="dcterms:W3CDTF">2026-02-10T08:00:58Z</dcterms:modified>
  <dc:identifier>DAHASMwOza4</dc:identifier>
</cp:coreProperties>
</file>